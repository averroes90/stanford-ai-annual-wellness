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7986" y="1371600"/>
            <a:ext cx="72280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AWV Voice Agent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4191000" y="22479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66739" y="2667000"/>
            <a:ext cx="36105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Hippocratic AI — TPM Take-Home Project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469139" y="3505200"/>
            <a:ext cx="22057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Rami Ibrahimi • December 2024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4788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740247"/>
            <a:ext cx="140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06042" y="2121247"/>
            <a:ext cx="35353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AWV completion rate nationally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2692747"/>
            <a:ext cx="8382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2968972"/>
            <a:ext cx="680085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systems need scalable, </a:t>
            </a:r>
            <a:pPr algn="l" indent="0" marL="0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pPr algn="l" indent="0" marL="0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patient outreach for pre-visit intake — without overwhelming clinical staff.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1000" y="45720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AAFP Medicare Annual Wellness Visit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4788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20383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962150"/>
            <a:ext cx="2517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questions from Stanford AWV form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25336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2457450"/>
            <a:ext cx="3058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PHQ-2 depression screening with escalation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30289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500" y="2952750"/>
            <a:ext cx="29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 assessment with conditional follow-up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1000" y="35242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" y="3448050"/>
            <a:ext cx="24020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data extraction post-call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0" y="1066800"/>
            <a:ext cx="2667000" cy="35052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24600" y="1843088"/>
            <a:ext cx="22539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24600" y="2224088"/>
            <a:ext cx="2209800" cy="9525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24600" y="2424113"/>
            <a:ext cx="2253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AI:</a:t>
            </a:r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24600" y="2881313"/>
            <a:ext cx="2253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LLM:</a:t>
            </a:r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Claude / GPT-4o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24600" y="3338513"/>
            <a:ext cx="2253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Form:</a:t>
            </a:r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Stanford Medicine Partners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5585" y="1390650"/>
            <a:ext cx="3726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762123" y="1924050"/>
            <a:ext cx="161960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4190851" y="295275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76500" y="3486150"/>
            <a:ext cx="25908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path + escalation scenario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4788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Handling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762000" y="1123950"/>
            <a:ext cx="7620000" cy="9525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81050" y="1123950"/>
            <a:ext cx="0" cy="95250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1352550"/>
            <a:ext cx="73449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90600" y="1619250"/>
            <a:ext cx="73449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"Over the last two weeks, how often have you felt down, depressed, or hopeless?"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2228850"/>
            <a:ext cx="7620000" cy="9525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81050" y="2228850"/>
            <a:ext cx="0" cy="95250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0600" y="2457450"/>
            <a:ext cx="73449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90600" y="2724150"/>
            <a:ext cx="73449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"Nearly every day, honestly."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3333750"/>
            <a:ext cx="7620000" cy="118110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81050" y="3333750"/>
            <a:ext cx="0" cy="118110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600" y="3562350"/>
            <a:ext cx="73449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— Safety Protocol Triggered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90600" y="3829050"/>
            <a:ext cx="73449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"Thank you for sharing that with me. I want to ask — are you having any thoughts of hurting yourself or not wanting to be alive?"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4788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876300"/>
            <a:ext cx="5410200" cy="4038600"/>
          </a:xfrm>
          <a:prstGeom prst="roundRect">
            <a:avLst>
              <a:gd name="adj" fmla="val 188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2075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Post-call extraction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3400" y="1485900"/>
            <a:ext cx="52075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Q1_overall_health: </a:t>
            </a:r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3400" y="1866900"/>
            <a:ext cx="52075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Q2_depression: </a:t>
            </a:r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nearly_every_day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3400" y="2247900"/>
            <a:ext cx="52075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Q2_safety_concern: </a:t>
            </a:r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400" y="2628900"/>
            <a:ext cx="52075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Q3_falls: </a:t>
            </a:r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3400" y="3009900"/>
            <a:ext cx="52075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Q3_fall_count: </a:t>
            </a:r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400" y="3390900"/>
            <a:ext cx="52075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Q3_fall_injury: </a:t>
            </a:r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3400" y="3810000"/>
            <a:ext cx="52075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Flags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3400" y="4191000"/>
            <a:ext cx="52075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depression_flag: </a:t>
            </a:r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3400" y="4572000"/>
            <a:ext cx="52075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priority_followup: </a:t>
            </a:r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96000" y="1976438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6000" y="2319338"/>
            <a:ext cx="2667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0" y="2481263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Direct EHR integration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96000" y="2862263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Real-time escalation alerts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96000" y="3243263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Pre-charting for providers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96000" y="3624263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Quality metrics tracking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4788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414463"/>
            <a:ext cx="8382000" cy="495300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566863"/>
            <a:ext cx="27203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390900" y="1566863"/>
            <a:ext cx="11658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86300" y="1566863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1000" y="2486025"/>
            <a:ext cx="83820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" y="2081212"/>
            <a:ext cx="27203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field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90900" y="2081212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≥95%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86300" y="2100263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must be reliable for clinical use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2490788"/>
            <a:ext cx="8382000" cy="581025"/>
          </a:xfrm>
          <a:prstGeom prst="rect">
            <a:avLst/>
          </a:prstGeom>
          <a:solidFill>
            <a:srgbClr val="F87171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81000" y="3067050"/>
            <a:ext cx="83820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" y="2662238"/>
            <a:ext cx="27203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recall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90900" y="2662238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≥99%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86300" y="2681288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miss a safety signal — patient safety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1000" y="3648075"/>
            <a:ext cx="83820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" y="3243263"/>
            <a:ext cx="27203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precision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90900" y="3243263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≥80%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86300" y="3262313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 acceptable (human review)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71500" y="3824288"/>
            <a:ext cx="27203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rate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90900" y="3824288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≥85%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86300" y="3843338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calls should finish successfully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4788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Plan → Production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162050"/>
            <a:ext cx="1690688" cy="3314700"/>
          </a:xfrm>
          <a:prstGeom prst="roundRect">
            <a:avLst>
              <a:gd name="adj" fmla="val 450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390650"/>
            <a:ext cx="13358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71500" y="1771650"/>
            <a:ext cx="13358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1500" y="2266950"/>
            <a:ext cx="13358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team testing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1500" y="4095750"/>
            <a:ext cx="13358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obvious bugs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50948" y="2686050"/>
            <a:ext cx="1748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05088" y="1162050"/>
            <a:ext cx="1690688" cy="3314700"/>
          </a:xfrm>
          <a:prstGeom prst="roundRect">
            <a:avLst>
              <a:gd name="adj" fmla="val 450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95588" y="1390650"/>
            <a:ext cx="13358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95588" y="1771650"/>
            <a:ext cx="13358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95588" y="2266950"/>
            <a:ext cx="13358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patients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95588" y="3943350"/>
            <a:ext cx="13358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personas, edge cases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75036" y="2686050"/>
            <a:ext cx="1748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29175" y="1162050"/>
            <a:ext cx="1690688" cy="3314700"/>
          </a:xfrm>
          <a:prstGeom prst="roundRect">
            <a:avLst>
              <a:gd name="adj" fmla="val 450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19675" y="1390650"/>
            <a:ext cx="13358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19675" y="1771650"/>
            <a:ext cx="13358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19675" y="2266950"/>
            <a:ext cx="13358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patients (supervised)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19675" y="4095750"/>
            <a:ext cx="13358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human review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99123" y="2686050"/>
            <a:ext cx="1748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53263" y="1162050"/>
            <a:ext cx="1709738" cy="3314700"/>
          </a:xfrm>
          <a:prstGeom prst="roundRect">
            <a:avLst>
              <a:gd name="adj" fmla="val 4457"/>
            </a:avLst>
          </a:prstGeom>
          <a:solidFill>
            <a:srgbClr val="1E293B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253288" y="1400175"/>
            <a:ext cx="13358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53288" y="1781175"/>
            <a:ext cx="13358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53288" y="2276475"/>
            <a:ext cx="13358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rollout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253288" y="4086225"/>
            <a:ext cx="13358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→ 50% → 100%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4788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Scale: What I'd Change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81000" y="1862138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(PROTOTYPE)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2243138"/>
            <a:ext cx="3810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405063"/>
            <a:ext cx="3810000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prompt every turn (~2K tokens)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handles state + conversation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Post-call extraction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3548063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~$0.15/call at GPT-4o rates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95800" y="1066800"/>
            <a:ext cx="4267200" cy="3505200"/>
          </a:xfrm>
          <a:prstGeom prst="roundRect">
            <a:avLst>
              <a:gd name="adj" fmla="val 217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24400" y="1709738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24400" y="2090738"/>
            <a:ext cx="3810000" cy="9525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24400" y="2252663"/>
            <a:ext cx="38100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NER/classifier for responses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machine manages flow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for ambiguous cases only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function calling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24400" y="3700463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60-70% cost reduction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68791" y="1562100"/>
            <a:ext cx="320641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4191000" y="25908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94113" y="3314700"/>
            <a:ext cx="17557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rami.ibrahimi@gmail.com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Medicare AWV Voice Agent - Hippocratic AI</dc:title>
  <dc:subject>PptxGenJS Presentation</dc:subject>
  <dc:creator>Rami Ibrahimi</dc:creator>
  <cp:lastModifiedBy>Rami Ibrahimi</cp:lastModifiedBy>
  <cp:revision>1</cp:revision>
  <dcterms:created xsi:type="dcterms:W3CDTF">2025-12-14T20:59:59Z</dcterms:created>
  <dcterms:modified xsi:type="dcterms:W3CDTF">2025-12-14T20:59:59Z</dcterms:modified>
</cp:coreProperties>
</file>